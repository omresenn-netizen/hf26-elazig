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be95729d84645" /><Relationship Type="http://schemas.openxmlformats.org/officeDocument/2006/relationships/extended-properties" Target="/docProps/app.xml" Id="R0b02db864dd34e53" /><Relationship Type="http://schemas.openxmlformats.org/officeDocument/2006/relationships/officeDocument" Target="/ppt/presentation.xml" Id="R07fce1bc429d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4e3e01a234dae"/>
  </p:sldMasterIdLst>
  <p:notesMasterIdLst>
    <p:notesMasterId xmlns:r="http://schemas.openxmlformats.org/officeDocument/2006/relationships" r:id="R62133502be414647"/>
  </p:notesMasterIdLst>
  <p:sldIdLst>
    <p:sldId xmlns:r="http://schemas.openxmlformats.org/officeDocument/2006/relationships" id="256" r:id="R18c1e306887b4c3f"/>
    <p:sldId xmlns:r="http://schemas.openxmlformats.org/officeDocument/2006/relationships" id="257" r:id="Rd3fc74481b934757"/>
    <p:sldId xmlns:r="http://schemas.openxmlformats.org/officeDocument/2006/relationships" id="258" r:id="R318e057d7d0441d0"/>
    <p:sldId xmlns:r="http://schemas.openxmlformats.org/officeDocument/2006/relationships" id="259" r:id="R247bd092e60f4eb2"/>
    <p:sldId xmlns:r="http://schemas.openxmlformats.org/officeDocument/2006/relationships" id="260" r:id="R5d105762891c4965"/>
    <p:sldId xmlns:r="http://schemas.openxmlformats.org/officeDocument/2006/relationships" id="261" r:id="R4ba8981822bc4b73"/>
    <p:sldId xmlns:r="http://schemas.openxmlformats.org/officeDocument/2006/relationships" id="262" r:id="R5797718ccecb43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17559a01c4940" /><Relationship Type="http://schemas.openxmlformats.org/officeDocument/2006/relationships/slideMaster" Target="/ppt/slideMasters/slideMaster1.xml" Id="R5a64e3e01a234dae" /><Relationship Type="http://schemas.openxmlformats.org/officeDocument/2006/relationships/notesMaster" Target="/ppt/notesMasters/notesMaster1.xml" Id="R62133502be414647" /><Relationship Type="http://schemas.openxmlformats.org/officeDocument/2006/relationships/presProps" Target="/ppt/presProps.xml" Id="R40f0ae99c79e439d" /><Relationship Type="http://schemas.openxmlformats.org/officeDocument/2006/relationships/tableStyles" Target="/ppt/tableStyles.xml" Id="R910f9367d6b04a71" /><Relationship Type="http://schemas.openxmlformats.org/officeDocument/2006/relationships/slide" Target="/ppt/slides/slide1.xml" Id="R18c1e306887b4c3f" /><Relationship Type="http://schemas.openxmlformats.org/officeDocument/2006/relationships/slide" Target="/ppt/slides/slide2.xml" Id="Rd3fc74481b934757" /><Relationship Type="http://schemas.openxmlformats.org/officeDocument/2006/relationships/slide" Target="/ppt/slides/slide3.xml" Id="R318e057d7d0441d0" /><Relationship Type="http://schemas.openxmlformats.org/officeDocument/2006/relationships/slide" Target="/ppt/slides/slide4.xml" Id="R247bd092e60f4eb2" /><Relationship Type="http://schemas.openxmlformats.org/officeDocument/2006/relationships/slide" Target="/ppt/slides/slide5.xml" Id="R5d105762891c4965" /><Relationship Type="http://schemas.openxmlformats.org/officeDocument/2006/relationships/slide" Target="/ppt/slides/slide6.xml" Id="R4ba8981822bc4b73" /><Relationship Type="http://schemas.openxmlformats.org/officeDocument/2006/relationships/slide" Target="/ppt/slides/slide7.xml" Id="R5797718ccecb43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ea4fe4761c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56de341914a57" /><Relationship Type="http://schemas.openxmlformats.org/officeDocument/2006/relationships/notesMaster" Target="/ppt/notesMasters/notesMaster1.xml" Id="R0d1ed3a8ba934c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41907895814a95" /><Relationship Type="http://schemas.openxmlformats.org/officeDocument/2006/relationships/notesMaster" Target="/ppt/notesMasters/notesMaster1.xml" Id="R4acb861602e444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c84f7ce46c4d15" /><Relationship Type="http://schemas.openxmlformats.org/officeDocument/2006/relationships/notesMaster" Target="/ppt/notesMasters/notesMaster1.xml" Id="R88e3bd2f55be4f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e02ca879074883" /><Relationship Type="http://schemas.openxmlformats.org/officeDocument/2006/relationships/notesMaster" Target="/ppt/notesMasters/notesMaster1.xml" Id="Rca073d66c2bd4e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f6ec526a1e4b78" /><Relationship Type="http://schemas.openxmlformats.org/officeDocument/2006/relationships/notesMaster" Target="/ppt/notesMasters/notesMaster1.xml" Id="R2bdc06db84ff44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8f20e9b1114b96" /><Relationship Type="http://schemas.openxmlformats.org/officeDocument/2006/relationships/notesMaster" Target="/ppt/notesMasters/notesMaster1.xml" Id="R2ee46388354942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ce4ce0ccef4157" /><Relationship Type="http://schemas.openxmlformats.org/officeDocument/2006/relationships/notesMaster" Target="/ppt/notesMasters/notesMaster1.xml" Id="R9c3e82ef227d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Açılış: VadeX, fatura finansmanı öncesinde faturadaki bilgileri ve risk işaretlerini görünür kılar. Gösterdiğimiz fatura sentetik demo verisidir; gerçek bir müşteri belgesi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proje README.md ve samples/01_gercek_icecek.png.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0:15–0:40. Projenin çıkış noktasını tek cümlelik gerçek bir taleple anlatın. Vergi kaybı veya ceza hesabına girmeden, gerçek mal/hizmet bulunmayan fatura talebinin finansman güvenini nasıl zedelediğine odaklanın.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README.md içindeki proje motivasyonu.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0:40–1:10. Diyagramı soldan sağa anlatın. Gemma alan çıkarımı ve açıklama için kullanılır. Fraud kuralları belirli sinyalleri üretir. Şüpheli belge otomatik reddedilmez; insan incelemesine kalır. GİB sorgusu, banka transferi ve kredi servisi bu demoda mock'tur.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server.py, gemma.py, fraud.py,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1:10–1:40. Canlı demoda önce temiz faturayı KOBİ rolünde yükleyin. Ardından bu örneğe geçip risk işaretlerini ve açıklamayı gösterin. Gerekirse denetim panelindeki ağ görünümünü açın. Bu slayttaki görsel sentetik demo faturasıdır; gerçek belge değildir. Buradaki açıklama, örnek dosyanın tanımıyla sınırlıdır; canlı skor/çıktıyı ekranda doğrulayın.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samples/04_naylon_danismanlik.png, docs/PITCH.md.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1:40–2:10. TabPFN ölçümünü anlatırken veri setinin 201 kurgusal ödeme satırından oluştuğunu ve holdout'un 41 satır olduğunu mutlaka belirtin. Bu değerler gerçek müşterilerde performans veya kredi kararı başarısı olarak sunulmamalı.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docs/FORECAST.md ve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2:10–2:35. Kategorileri Hacktoberfest Hack Day Elazığ x HacktoB3V Fest sayfasındaki adlarıyla söyleyin. Bu slayt kategori uyumunu ve repo kanıtını özetler; proje tesliminin yapıldığını iddia etmez. Etkinlik sayfasında MLH submission_url görünmediği için organizatörün yöntemini ayrıca teyit edin.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Kaynaklar: https://events.mlh.com/events/15182-hacktoberfest-hack-day-elazig-x-hacktob3v-fest ; https://github.com/omresenn-netizen/hf26-elazig ; LICENSE ; sessions/.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2:35–3:00. Kapanış cümlesi: ‘VadeX finansman kararını otomatikleştirmiyor; finansörün ve denetçinin faturayı daha hızlı, açıklanabilir bulgularla incelemesine yardım ediyor.’ Sorular için hazır olun. Demo öncesi Ollama/Gemma, 8600 uygulama adresi, demo hesabı ve örnek görselleri kontrol edin. Upload → cancel → re-upload ve non-invoice warning akışlarını sunumdan önce tarayıcıda deneyin.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README.md, docs/PITCH.md, docs/DEPLOY.md.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7a039d7354a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f219d212544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75a003d6d4e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8b189bb4745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7f0bc73d64c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beb0f75b14c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BEC31A-6E9F-41A8-A704-1019B6CB4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236637-A90B-4EDC-9A08-467E193D33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00EAF6-50EC-44BB-9B4C-E89B8D0A1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BEA438-112E-4359-9459-A2CB75993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205C7B-66BD-4E52-A555-81EAEB83E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7AE1E1-D74F-4E7A-AB01-8B1CDB59B4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645AA5-E369-4862-8941-6B1B71A52A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B61220-6705-413D-A941-9052856737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5DFDE0-A828-4A75-9319-6E2B7DE0E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5F4CB5-C085-49D0-BEA9-679A055E26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5c2c0bade497c" /><Relationship Type="http://schemas.openxmlformats.org/officeDocument/2006/relationships/slideLayout" Target="/ppt/slideLayouts/slideLayout1.xml" Id="R8e6b6d2bb8f546c0" /><Relationship Type="http://schemas.openxmlformats.org/officeDocument/2006/relationships/slideLayout" Target="/ppt/slideLayouts/slideLayout2.xml" Id="R3e67af1e5b194fb9" /><Relationship Type="http://schemas.openxmlformats.org/officeDocument/2006/relationships/slideLayout" Target="/ppt/slideLayouts/slideLayout3.xml" Id="R74cc017a83bf4997" /><Relationship Type="http://schemas.openxmlformats.org/officeDocument/2006/relationships/slideLayout" Target="/ppt/slideLayouts/slideLayout4.xml" Id="R74255db632c94ee3" /><Relationship Type="http://schemas.openxmlformats.org/officeDocument/2006/relationships/slideLayout" Target="/ppt/slideLayouts/slideLayout5.xml" Id="R0979d65d289f495d" /><Relationship Type="http://schemas.openxmlformats.org/officeDocument/2006/relationships/slideLayout" Target="/ppt/slideLayouts/slideLayout6.xml" Id="R43c1c3982c4c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b6d2bb8f546c0"/>
    <p:sldLayoutId xmlns:r="http://schemas.openxmlformats.org/officeDocument/2006/relationships" id="2147483650" r:id="R3e67af1e5b194fb9"/>
    <p:sldLayoutId xmlns:r="http://schemas.openxmlformats.org/officeDocument/2006/relationships" id="2147483651" r:id="R74cc017a83bf4997"/>
    <p:sldLayoutId xmlns:r="http://schemas.openxmlformats.org/officeDocument/2006/relationships" id="2147483652" r:id="R74255db632c94ee3"/>
    <p:sldLayoutId xmlns:r="http://schemas.openxmlformats.org/officeDocument/2006/relationships" id="2147483653" r:id="R0979d65d289f495d"/>
    <p:sldLayoutId xmlns:r="http://schemas.openxmlformats.org/officeDocument/2006/relationships" id="2147483654" r:id="R43c1c3982c4c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405de643c4be0" /><Relationship Type="http://schemas.openxmlformats.org/officeDocument/2006/relationships/image" Target="/ppt/media/image.png" Id="Rad22361c86494fab" /><Relationship Type="http://schemas.openxmlformats.org/officeDocument/2006/relationships/notesSlide" Target="/ppt/notesSlides/notesSlide1.xml" Id="R6d12023b5b734f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05bef08144e44" /><Relationship Type="http://schemas.openxmlformats.org/officeDocument/2006/relationships/notesSlide" Target="/ppt/notesSlides/notesSlide2.xml" Id="R986d3acd527241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201cfae1d42f6" /><Relationship Type="http://schemas.openxmlformats.org/officeDocument/2006/relationships/notesSlide" Target="/ppt/notesSlides/notesSlide3.xml" Id="R1b291a95b0f146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d45209f004a67" /><Relationship Type="http://schemas.openxmlformats.org/officeDocument/2006/relationships/image" Target="/ppt/media/image2.png" Id="R2abc39cf7cf34691" /><Relationship Type="http://schemas.openxmlformats.org/officeDocument/2006/relationships/notesSlide" Target="/ppt/notesSlides/notesSlide4.xml" Id="R43dfb641c00b41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b4807403341bf" /><Relationship Type="http://schemas.openxmlformats.org/officeDocument/2006/relationships/notesSlide" Target="/ppt/notesSlides/notesSlide5.xml" Id="R356dbb91566d4d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24828b336a40a2" /><Relationship Type="http://schemas.openxmlformats.org/officeDocument/2006/relationships/notesSlide" Target="/ppt/notesSlides/notesSlide6.xml" Id="R47a18f7024a54d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2668d1f8b4b4f" /><Relationship Type="http://schemas.openxmlformats.org/officeDocument/2006/relationships/notesSlide" Target="/ppt/notesSlides/notesSlide7.xml" Id="R3b8d8d59ff634d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1F1CF-E433-4027-9BEF-2B167B9F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AF320-5480-4021-B4AC-2815FDB6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5D6C2"/>
                </a:solidFill>
                <a:latin typeface="Segoe UI"/>
                <a:ea typeface="Segoe UI"/>
                <a:cs typeface="Segoe UI"/>
              </a:rPr>
              <a:t>VADEX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96CF0-7EF0-44FD-941D-7704EE5D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381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Fatura finansmanında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güven, faturayı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anlamakla başlar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465B0-4ECF-48E7-8F8E-9A085C78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4E0E7"/>
                </a:solidFill>
                <a:latin typeface="Segoe UI"/>
                <a:ea typeface="Segoe UI"/>
                <a:cs typeface="Segoe UI"/>
              </a:rPr>
              <a:t>Yerel Gemma 4 ile fatura çıkarımı 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D4E0E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4E0E7"/>
                </a:solidFill>
                <a:latin typeface="Segoe UI"/>
                <a:ea typeface="Segoe UI"/>
                <a:cs typeface="Segoe UI"/>
              </a:rPr>
              <a:t>açıklanabilir risk incelemesi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20E1D-2B55-43D0-99EB-D413FDE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AB8C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AB8C5"/>
                </a:solidFill>
                <a:latin typeface="Segoe UI"/>
                <a:ea typeface="Segoe UI"/>
                <a:cs typeface="Segoe UI"/>
              </a:rPr>
              <a:t>Ömer Esen  ·  Onur  |  Hacktoberfest Hack Day Elazığ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B8A02-86C3-42A9-B36D-ADCA95C90F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361c86494fab"/>
          <a:srcRect xmlns:a="http://schemas.openxmlformats.org/drawingml/2006/main" l="0" t="0" r="0" b="48000"/>
          <a:stretch xmlns:a="http://schemas.openxmlformats.org/drawingml/2006/main"/>
        </p:blipFill>
        <p:spPr>
          <a:xfrm xmlns:a="http://schemas.openxmlformats.org/drawingml/2006/main">
            <a:off x="7572375" y="781050"/>
            <a:ext cx="3857625" cy="5105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5C989-0219-461D-8B4A-9CCDA57C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9EADBA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EF225-BD50-4578-8319-350693B2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9EADBA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6528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7949D-5707-4BBE-9B5B-298A8BD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CC146-82D3-41E9-84AA-E01CAF78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Finansman öncesi faturaya güvenmek gerekir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CC665-39B0-4724-BAFD-BB77FFF5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“Bir fatura lazım.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200 bin.”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CBFE2-1569-4A4B-83DE-1977DDE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0FAD8-DD64-44DB-A795-88102B3E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Bu talep, gerçek bir satış veya hizmet olmadan fatura üretme isteğiydi.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60E41-A769-46F4-88B4-9B586995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572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KOBİ nakde ihtiyaç duyar. Finansör ise parayı göndermeden önce belgenin tutarlılığını ve tarafların riskini anlamak ister.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3F66A-7F5F-452B-81BC-E5FA40B4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33825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VadeX, bu ilk incelemeyi hızlandırmak için geliştirildi.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765A5-3140-4B2E-9574-FD093AF1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2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Son karar insanda kalır.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B8180-14DE-41BF-8A31-4012EE15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0F3FA-9BCE-4C27-B1B7-2DC9B44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7499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ED617-4753-42D6-94A2-659A5131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ÜRÜN AKIŞI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65669-2DAE-498A-8519-7C4FC5F0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Belgeden incelemeye, tek bir izlenebilir akış</a:t>
            </a:r>
          </a:p>
        </p:txBody>
      </p:sp>
      <p:sp>
        <p:nvSpPr>
          <p:cNvPr id="3" name="step-1">
            <a:extLst xmlns:a="http://schemas.openxmlformats.org/drawingml/2006/main">
              <a:ext uri="{FF2B5EF4-FFF2-40B4-BE49-F238E27FC236}">
                <a16:creationId xmlns:a16="http://schemas.microsoft.com/office/drawing/2014/main" id="{F3C2071C-0424-44DC-B818-341B4806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97224-B2A9-405A-AF1E-84067880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62EC3-D5A8-4DC9-A1C8-CAD26E5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Fatura yüklenir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3DE9D-B2F8-4748-9F1D-A4CADF66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Görsel veya PDF</a:t>
            </a:r>
          </a:p>
        </p:txBody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8921EF69-130D-4273-950E-F58B0A51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33650"/>
            <a:ext cx="1428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3B8AAC2A-63CD-4571-9115-09A1D0C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D8F5B-F61C-4672-80AE-9DA4AEF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1F5C4-53C7-45A6-A357-0D19ED2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Gemma 4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alanları çıkarır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051A5-F46B-4661-A0F1-63B6B037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Yerel Ollama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çalışma zamanı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36DA2B40-9093-4D69-ADCD-67A1BD30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1428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7BF36483-11E3-491D-8DD5-F1C7944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DB182-4102-4D38-9A89-86410481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A247F-1AC4-4EAA-AF30-316535C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76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Kurallar risk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işaretlerini üretir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95990-4157-4E76-9D3B-11B3E4FC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Mükerrer · irsaliye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sektör · kapasite</a:t>
            </a:r>
          </a:p>
        </p:txBody>
      </p:sp>
      <p:sp>
        <p:nvSpPr>
          <p:cNvPr id="17" name="flow-3">
            <a:extLst xmlns:a="http://schemas.openxmlformats.org/drawingml/2006/main">
              <a:ext uri="{FF2B5EF4-FFF2-40B4-BE49-F238E27FC236}">
                <a16:creationId xmlns:a16="http://schemas.microsoft.com/office/drawing/2014/main" id="{18A35E74-9594-449F-BE01-93CB25B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1428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4">
            <a:extLst xmlns:a="http://schemas.openxmlformats.org/drawingml/2006/main">
              <a:ext uri="{FF2B5EF4-FFF2-40B4-BE49-F238E27FC236}">
                <a16:creationId xmlns:a16="http://schemas.microsoft.com/office/drawing/2014/main" id="{6C239C6D-828F-4234-8EDD-40C1E773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7D57C-2247-4152-A6AA-3BEF1AD2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36558-EC5F-47F8-B3F2-7146FB23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94"/>
          </a:bodyPr>
          <a:lstStyle xmlns:a="http://schemas.openxmlformats.org/drawingml/2006/main">
            <a:def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İnsan inceler;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finansör karar verir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28E26-8BCE-456A-B73F-C42C4D8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Otomatik kabul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veya ret yok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F7E0A-A557-4CB0-92FB-12B5F4E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6D21EF-D990-4DAC-8325-2746860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Fatura verisi yerel modelle işlenir. Risk sinyali kararın yerini almaz.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3C0EF-4917-4E20-AD51-2635153E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2CDC7-4C03-4818-AB73-BB523BDB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7389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C9836-5857-4CA5-949B-0CAFA560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492DF-8C80-43C0-BB9E-577137BD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Belge aynı; risk sinyalleri farklı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5AE6F-456D-4C56-9609-84D5A092E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c39cf7cf34691"/>
          <a:srcRect xmlns:a="http://schemas.openxmlformats.org/drawingml/2006/main" l="0" t="0" r="0" b="55000"/>
          <a:stretch xmlns:a="http://schemas.openxmlformats.org/drawingml/2006/main"/>
        </p:blipFill>
        <p:spPr>
          <a:xfrm xmlns:a="http://schemas.openxmlformats.org/drawingml/2006/main">
            <a:off x="704850" y="1657350"/>
            <a:ext cx="4610100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E5CBC-E893-4A09-9D52-AC7E3F3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Örnek vaka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C7737-76D2-4D22-90F5-195FD8D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Danışmanlık hizmeti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300.000 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E3E08-7022-4927-9D69-63A376C2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39442-5A2A-4BB8-9F13-D35B1A5B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Belirsiz hizmet tanımı, satıcı geçmişiyle birlikte incelemeyi tetikler.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F4BD9-E217-46A5-BA0F-857E1E5A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75146"/>
                </a:solidFill>
                <a:latin typeface="Segoe UI"/>
                <a:ea typeface="Segoe UI"/>
                <a:cs typeface="Segoe UI"/>
              </a:rPr>
              <a:t>Sistem ‘sahte’ hükmü vermez. İnceleme kuyruğuna yönlendirir.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E2EFD-BA9B-4F9D-B3A6-E3D5C3B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007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Sentetik demo faturası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44DB3-7FBD-468A-BEB1-A9539F28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CDD2D-2ACD-403A-A0C1-D14478DF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6318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48FB0-7DB7-4D7B-9048-352ADDAF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55D6C2"/>
                </a:solidFill>
                <a:latin typeface="Segoe UI"/>
                <a:ea typeface="Segoe UI"/>
                <a:cs typeface="Segoe UI"/>
              </a:rPr>
              <a:t>YEREL AI + TAHMIN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2FA97-83DA-4F99-9810-3F070D4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yardımcıdır; karar verici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7DCA5-2295-46E7-8C4F-1CC4C86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5D6C2"/>
                </a:solidFill>
                <a:latin typeface="Segoe UI"/>
                <a:ea typeface="Segoe UI"/>
                <a:cs typeface="Segoe UI"/>
              </a:rPr>
              <a:t>TabPFN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BB0A1-1C9F-4B4D-947A-FB05BF65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4,36 gün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454A2-C7F8-4A8F-92D6-DD0A366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7C5CF"/>
                </a:solidFill>
                <a:latin typeface="Segoe UI"/>
                <a:ea typeface="Segoe UI"/>
                <a:cs typeface="Segoe UI"/>
              </a:rPr>
              <a:t>gecikme tahmininde MAE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55546-82B0-44D0-89EE-21C4567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%78,05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1E5F7-A2E3-42D2-AD98-B7BB0ED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7C5C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B7C5CF"/>
                </a:solidFill>
                <a:latin typeface="Segoe UI"/>
                <a:ea typeface="Segoe UI"/>
                <a:cs typeface="Segoe UI"/>
              </a:rPr>
              <a:t>5 günden fazla gecikme sınıflandırma doğruluğu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FFE9-6420-4F87-8165-BA8A77AB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F002C-E9E6-4D38-8E81-D6AADF7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5D6C2"/>
                </a:solidFill>
                <a:latin typeface="Segoe UI"/>
                <a:ea typeface="Segoe UI"/>
                <a:cs typeface="Segoe UI"/>
              </a:rPr>
              <a:t>201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B24DE-5BAC-41ED-A7BE-154504B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kurgusal ödeme kaydı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00FBE-60C5-4165-ACA2-F276C4D7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527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5D6C2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FC395-ED13-4D69-A301-544977A6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423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zamansal holdout test satırı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45434-F0B1-4C09-B196-C59F5493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5E0E7"/>
                </a:solidFill>
                <a:latin typeface="Segoe UI"/>
                <a:ea typeface="Segoe UI"/>
                <a:cs typeface="Segoe UI"/>
              </a:rPr>
              <a:t>TabPFN gecikmeyi tahmin eder.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5E0E7"/>
                </a:solidFill>
                <a:latin typeface="Segoe UI"/>
                <a:ea typeface="Segoe UI"/>
                <a:cs typeface="Segoe UI"/>
              </a:rPr>
              <a:t>Gemma sonucu Türkçe açıklar.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5E0E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5E0E7"/>
                </a:solidFill>
                <a:latin typeface="Segoe UI"/>
                <a:ea typeface="Segoe UI"/>
                <a:cs typeface="Segoe UI"/>
              </a:rPr>
              <a:t>İnsan incelemesi devam eder.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5C246-71EE-4AA9-9DB6-C43148B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2A65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65A"/>
                </a:solidFill>
                <a:latin typeface="Segoe UI"/>
                <a:ea typeface="Segoe UI"/>
                <a:cs typeface="Segoe UI"/>
              </a:rPr>
              <a:t>Bu ölçüm sentetik demo verisindendir; kredi performansı iddiası değildir.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B6D87-1C1F-4723-ABDF-C366864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9EADBA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0F4F-43B1-4B13-968B-B8C99038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9EADBA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9EADB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9419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D433E-0C8B-4038-B589-D997F84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HACK DAY KATEGORI UYUMU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7882B-8412-429A-B812-3D23D226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Üç kategori için somut proje kanıtı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B1D10-3C0D-454A-B864-1C8644E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2486D-F591-408F-93D5-46072881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907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Best Use of Gemma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1C412-2CF8-4388-ABF8-92C18FD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9070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Fatura görselinden alan çıkarımı ve Türkçe risk açıklaması; Gemma 4 yerelde Ollama üzerinden çalışır.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DE9B2-AF9E-4379-A349-22B78DD8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90591-8678-4278-91FA-DC7967B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4177B-4D3F-4122-A583-D99841E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Best Open-Source AI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19284-2C7C-45DA-A2BA-207A20F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Açık ağırlıklı Gemma ürünün temel akışında; repo public ve MIT lisanslı.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7231C-A791-4817-BAC7-93B80086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B881A-AF86-4630-84B0-CA69F13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1582D-1306-4F9A-B6F4-E319E995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Best Use of GitHub Copilot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52C10-16D3-45F5-9F42-6C73B9F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10100"/>
            <a:ext cx="561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Copilot ajan oturumları ve geliştirme iş akışları repo içinde belgeli; CI GitHub Actions üzerinde.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62DD8-CCD2-4AFC-8511-3BBE6AA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514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75146"/>
                </a:solidFill>
                <a:latin typeface="Segoe UI"/>
                <a:ea typeface="Segoe UI"/>
                <a:cs typeface="Segoe UI"/>
              </a:rPr>
              <a:t>Adaylık uyumu; resmî kategori kaydı, organizatörün teslim yöntemiyle ayrıca doğrulanmalı.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43AEF-48E7-47DE-B553-86F5677E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322C6-6593-4437-98DB-4B92ED4E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568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C808E-A124-42D3-BC2B-18B84EB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CANLI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8509E-3653-4AE2-A0D9-8946D934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Fatura yerelde okunur. Karar insanda kalır.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C5CFD-D064-43BA-848C-EBD3BAC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Gösterim sırası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00766-F5DF-42EC-826F-92794557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590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1  Temiz faturayı yükle ve çıkarılan alanları göster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2  Şüpheli örnekte risk işaretlerini aç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52638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52638"/>
                </a:solidFill>
                <a:latin typeface="Segoe UI"/>
                <a:ea typeface="Segoe UI"/>
                <a:cs typeface="Segoe UI"/>
              </a:rPr>
              <a:t>3  Finansör / denetim ekranında insan incelemesini göster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846B3-4994-4671-B272-815063E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F504D-E1CF-4DEC-AD92-285106B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66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87E7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87E78"/>
                </a:solidFill>
                <a:latin typeface="Segoe UI"/>
                <a:ea typeface="Segoe UI"/>
                <a:cs typeface="Segoe UI"/>
              </a:rPr>
              <a:t>Demo sınırları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7A66F-7EE6-43E3-820C-859A2E91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3524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GİB, kredi skoru, banka transferi ve e-imza mock'tur.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Gemma risk kararı vermez.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Faturalar sentetik örneklerdir.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EB6EF-7BD0-4A1C-BB96-FD5B8DD7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B9093-ABA7-46A1-A31A-755816C6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340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55D6C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55D6C2"/>
                </a:solidFill>
                <a:latin typeface="Segoe UI"/>
                <a:ea typeface="Segoe UI"/>
                <a:cs typeface="Segoe UI"/>
              </a:rPr>
              <a:t>VadeX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B954D-165C-4DA3-86CF-D33DAE0F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5307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Fatura finansmanında daha hızlı ve açıklanabilir ilk inceleme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9D89B-D518-404A-87B0-ABB9D6F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VADEX  /  HACKTOB3V FEST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1BD62-CA7C-4D86-9F07-C374C43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384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647384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628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2026-10-18T01:30:59.5330000Z</dcterms:created>
  <dcterms:modified xsi:type="dcterms:W3CDTF">2026-10-18T01:30:59.5340000Z</dcterms:modified>
</coreProperties>
</file>